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Open with the hook: imagine drafting Ruth, Mays, and Ohtani onto the same fantasy team and simulating a 162-game season.
• That's what we're building — a fantasy league where every era plays on the same field.
• Nobody has done it credibly before because it requires solving one specific technical problem — which is what the rest of this talk is about.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We want a fantasy league that spans every era of MLB history — Ruth, Wagner, Mays, Judge, Ohtani all eligible to be on the same roster.
• The cross-era comparison problem is already solved by other research — Full House Modeling (Eck et al., 2025) gives us era-adjusted career stats, putting Ruth's 1921 and Judge's 2024 on a comparable rate scale.
• But we don't just want a deterministic projection where the better stats always win — that would be boring. We want real game-by-game variance like actual baseball, where the underdog can win on any given day.
• All three of those — every era, era-adjusted, and real game outcomes — need a real simulation engine. That's where OOTP comes in, on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Keep this tight (~30 seconds) so the rest of the talk has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OOTP is a powerful simulator but it doesn't take raw stats as input — it uses internal 20–80 ratings for power, contact, eye, speed, etc.
• To put any historical player into the game, we have to convert their career stats into one of those rating vectors.
• That's a supervised-learning problem, and we have a clean training signal: modern players have both real stats and OOTP ratings.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The strategy is: train the stat-to-rating mapping on modern players where we have both, validate it on a holdout, then apply to era-adjusted historical stats.
• Each rating in OOTP gets its own model trained the same way.
• Experiment 1 is the smallest version of this — one rating (power), one feature family (HR rate) — but it goes end-to-end through all four steps.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One feature on purpose — if HR rate doesn't work, more features won't save it.
• Why HR per 600: normalizes for playing time. 30 HR in 350 PA is very different from 30 HR in 700 PA.
• Why PA ≥ 500: below that, OOTP ratings rely on scouting projections rather than MLB stats — adds noise.
• Why only linear and polynomial: with one feature, complex models overfit and we lose the coefficient interpretation.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Notebook 1 builds a clean training set from the modern OOTP cohort.
• Step 1: load the OOTP CSV — 667 active MLB hitters with their POW rating and handedness.
• Step 2: map bbref IDs to MLBAM IDs via pybaseball's reverse lookup — that part of pybaseball still works reliably.
• Step 3: pull career HR and PA from the official MLB Stats API in batches of 50; responses are cached locally so reruns are instant.
• Step 4: filter to PA ≥ 500 — below that, OOTP ratings lean on scouting projections rather than MLB stats and add noise.
• Step 5: feature-engineer and write training_data.csv — that's what notebook 2 picks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Notebook 2 trains the POW model on the training set notebook 1 built and validates it on a holdout.
• Step 1+2: load and 80/20 split with a fixed seed for reproducibility.
• Step 3+4: fit linear regression, then a degree-2 polynomial as a sanity check for boundary curvature.
• Step 5: evaluate on the held-out 89 players — MAE 5.14, R² 0.704 for the polynomial, both targets passed.
• Step 6: save plots and metrics.json — those are what we'll see on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Both targets met: MAE 5.14 and R² 0.704 — about 70% of POW variance from a single rate stat.
• Linear coefficient: each additional HR per 600 PA adds about 1.4 POW points — matches intuition.
• Quick sanity: Aaron Judge actual 80, predicted 83.6 — model gets the top of the scale right.
• One iteration story worth a sentence: first run on Lahman-2021 missed both targets; switching to MLB Stats API 2024 fixed it with no model changes — data recency mattered more than model complexity.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Notebook 3 takes the validated model and applies it to era-adjusted career stats for every batter in MLB history.
• Step 1: a tiny R script does the heavy lifting — fullhouse and Lahman are both R packages, so we let R join them and emit a single CSV.
• Step 2-4: read the CSV, normalize handedness, run the same feature engineering as notebook 1.
• Step 5: re-fit the model on the FULL training set (no holdout — we already validated; now we want every drop of signal).
• Step 6+7: predict POW for every player, clamp to the OOTP 20-80 range, and write the predictions CSV.
• Output: an OOTP-ready POW rating for 9,637 historical batters — Ruth at the top, just as expected.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This is where the era-adjusted research package by Eck et al. (2025) comes in — career stats with era effects already removed, so a 1921 home run rate is comparable to a 2024 one.
• Pipeline: an R script joins fullhouse + Lahman handedness, the notebook re-fits POW on the full training set, then predicts for every historical batter.
• Output: one CSV with an OOTP-ready POW for every batter who's ever played — drop into a roster import and we're done.
• Sanity check: Babe Ruth lands at the top, Stanton/Stargell/Schmidt/Bonds/McCovey/Ortiz all near 70, contact specialists in the 40s–50s.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Same template — train on modern overlap, validate, apply to era-adjusted history — gets repeated for every other rating.
• For pitchers we use pitchers_career_adjusted from the same fullhouse package.
• Once every rating is predicted, stitch them into a roster CSV, import into OOTP, simulate seasons.
• Bottom line: the proof of concept works end-to-end, on POW, for every batter in MLB history. Everything else is the same pattern. Thanks — happy to take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107286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All-Time Fantasy Baseball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731520" y="3200400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Bridging eras with machine learning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4297680"/>
            <a:ext cx="164592" cy="640080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429768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Babe Ruth vs. Shohei Ohtani — for real.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 · Axiom Trading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3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all-time league that plays like real baseball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49428" y="1691640"/>
            <a:ext cx="3520440" cy="3108960"/>
          </a:xfrm>
          <a:prstGeom prst="rect">
            <a:avLst/>
          </a:prstGeom>
          <a:solidFill>
            <a:srgbClr val="F9FA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43888" y="1325880"/>
            <a:ext cx="731520" cy="731520"/>
          </a:xfrm>
          <a:prstGeom prst="ellipse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3888" y="1325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78028" y="233172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era, one league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678028" y="3063240"/>
            <a:ext cx="30632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pool spans 1871 → 2024.</a:t>
            </a:r>
            <a:endParaRPr lang="en-US" sz="14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Ruth, Wagner, Mays, Judge, Ohtani —</a:t>
            </a:r>
            <a:endParaRPr lang="en-US" sz="14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eligible, all on the same roster.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35628" y="1691640"/>
            <a:ext cx="3520440" cy="3108960"/>
          </a:xfrm>
          <a:prstGeom prst="rect">
            <a:avLst/>
          </a:prstGeom>
          <a:solidFill>
            <a:srgbClr val="F9FA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730088" y="1325880"/>
            <a:ext cx="731520" cy="731520"/>
          </a:xfrm>
          <a:prstGeom prst="ellipse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30088" y="1325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564228" y="233172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Era-adjusted stats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4564228" y="3063240"/>
            <a:ext cx="30632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House Modeling (Eck et al., 2025)</a:t>
            </a:r>
            <a:endParaRPr lang="en-US" sz="14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puts every player on a comparable</a:t>
            </a:r>
            <a:endParaRPr lang="en-US" sz="14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scale — 1921 next to 2024.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1828" y="1691640"/>
            <a:ext cx="3520440" cy="3108960"/>
          </a:xfrm>
          <a:prstGeom prst="rect">
            <a:avLst/>
          </a:prstGeom>
          <a:solidFill>
            <a:srgbClr val="F9FA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16288" y="1325880"/>
            <a:ext cx="731520" cy="731520"/>
          </a:xfrm>
          <a:prstGeom prst="ellipse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16288" y="1325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450428" y="233172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game outcomes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8450428" y="3063240"/>
            <a:ext cx="30632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matchup, different result</a:t>
            </a:r>
            <a:endParaRPr lang="en-US" sz="14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game. Deterministic projection</a:t>
            </a:r>
            <a:endParaRPr lang="en-US" sz="14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just be a spreadsheet.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5349240"/>
            <a:ext cx="11277295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534924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 three need a real simulation engine — that's where OOTP comes in.  </a:t>
            </a:r>
            <a:pPr algn="ctr" indent="0" marL="0">
              <a:buNone/>
            </a:pPr>
            <a:r>
              <a:rPr lang="en-US" sz="1700" b="1" dirty="0">
                <a:solidFill>
                  <a:srgbClr val="F4B4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GAME ENGINE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3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 of the Park Baseball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371600" y="1828800"/>
            <a:ext cx="9448495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E2E8F0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1371600" y="3108960"/>
            <a:ext cx="94484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 Your OOTP slide goes here ]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371600" y="3749040"/>
            <a:ext cx="9448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the engine briefly — what OOTP simulates, why we use it, ~30 seconds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3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OOTP doesn't simulate from raw stats.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58088" y="2377440"/>
            <a:ext cx="3017520" cy="1554480"/>
          </a:xfrm>
          <a:prstGeom prst="rect">
            <a:avLst/>
          </a:prstGeom>
          <a:solidFill>
            <a:srgbClr val="F9FA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58088" y="2560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career stats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40968" y="31089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HR, BA, OBP, SLG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K%, BB%, ISO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wOBA, sprint speed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221328" y="3136392"/>
            <a:ext cx="320040" cy="36576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21328" y="260604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4B4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4587088" y="2377440"/>
            <a:ext cx="3017520" cy="1554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87088" y="27432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4B4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???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4587088" y="33832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learning problem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650328" y="3136392"/>
            <a:ext cx="320040" cy="36576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16088" y="2377440"/>
            <a:ext cx="3017520" cy="1554480"/>
          </a:xfrm>
          <a:prstGeom prst="rect">
            <a:avLst/>
          </a:prstGeom>
          <a:solidFill>
            <a:srgbClr val="F9FA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16088" y="2560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OOTP ratings (20–80)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198968" y="31089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 · CON · EYE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 · FLD · ARM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 · MOV · CTL · STA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4754880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0A13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Modern players have BOTH real stats AND OOTP ratings — that's our training signal.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3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Train. Validate. Apply.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06628" y="2011680"/>
            <a:ext cx="2286000" cy="2194560"/>
          </a:xfrm>
          <a:prstGeom prst="rect">
            <a:avLst/>
          </a:prstGeom>
          <a:solidFill>
            <a:srgbClr val="F9FA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29588" y="169164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729588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B4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06628" y="25603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Modern overlap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43788" y="310896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667 OOTP players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real-stat lookups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38348" y="3090672"/>
            <a:ext cx="320040" cy="36576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04108" y="2011680"/>
            <a:ext cx="2286000" cy="2194560"/>
          </a:xfrm>
          <a:prstGeom prst="rect">
            <a:avLst/>
          </a:prstGeom>
          <a:solidFill>
            <a:srgbClr val="F9FA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27068" y="169164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27068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B4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604108" y="25603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 + validate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741268" y="310896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/ polynomial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&amp; R² on holdout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935828" y="3090672"/>
            <a:ext cx="320040" cy="36576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01588" y="2011680"/>
            <a:ext cx="2286000" cy="2194560"/>
          </a:xfrm>
          <a:prstGeom prst="rect">
            <a:avLst/>
          </a:prstGeom>
          <a:solidFill>
            <a:srgbClr val="F9FA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24548" y="169164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24548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B4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301588" y="25603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Apply to history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438748" y="310896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Era-adjusted stats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rating per player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633308" y="3090672"/>
            <a:ext cx="320040" cy="36576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999068" y="2011680"/>
            <a:ext cx="2286000" cy="2194560"/>
          </a:xfrm>
          <a:prstGeom prst="rect">
            <a:avLst/>
          </a:prstGeom>
          <a:solidFill>
            <a:srgbClr val="F9FA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822028" y="169164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22028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B4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8999068" y="25603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Import to OOTP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136228" y="310896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Roster CSV → draft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simulate seasons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" y="4937760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0A13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Experiment 1 covers the full chain — on one rating (POW)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1 · METHOD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3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Predicting OOTP POW from career HR rate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92328" y="1554480"/>
            <a:ext cx="3291840" cy="3108960"/>
          </a:xfrm>
          <a:prstGeom prst="rect">
            <a:avLst/>
          </a:prstGeom>
          <a:solidFill>
            <a:srgbClr val="F9FA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2328" y="1554480"/>
            <a:ext cx="73152" cy="3108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6648" y="17373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66648" y="20574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667 OOTP players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66648" y="2743200"/>
            <a:ext cx="28346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MLB Stats API · 2024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HR + PA per player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PA ≥ 500  →  441 hitters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49928" y="1554480"/>
            <a:ext cx="3291840" cy="3108960"/>
          </a:xfrm>
          <a:prstGeom prst="rect">
            <a:avLst/>
          </a:prstGeom>
          <a:solidFill>
            <a:srgbClr val="F9FA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49928" y="1554480"/>
            <a:ext cx="73152" cy="3108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24248" y="17373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24248" y="20574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HR rate + handedness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724248" y="2743200"/>
            <a:ext cx="28346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hr_per_600 = (HR / PA) × 600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bats (R reference)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simple on purpose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107528" y="1554480"/>
            <a:ext cx="3291840" cy="3108960"/>
          </a:xfrm>
          <a:prstGeom prst="rect">
            <a:avLst/>
          </a:prstGeom>
          <a:solidFill>
            <a:srgbClr val="F9FA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07528" y="1554480"/>
            <a:ext cx="73152" cy="3108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81848" y="17373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381848" y="20574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Linear + polynomial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381848" y="2743200"/>
            <a:ext cx="28346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OLS regression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Polynomial deg-2 (sanity)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/ 20 split · seed 42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31520" y="5029200"/>
            <a:ext cx="10728655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5029200"/>
            <a:ext cx="107286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4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TARGETS:  </a:t>
            </a:r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MAE &lt; 6 rating points</a:t>
            </a:r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  ·    </a:t>
            </a:r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R² &gt; 0.6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 · NOTEBOOK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3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the training set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490472"/>
            <a:ext cx="457200" cy="457200"/>
          </a:xfrm>
          <a:prstGeom prst="ellipse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143000" y="141732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OOTP ratings — 667 active MLB hitters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with POW, B_1 (handedness), HistID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2267712"/>
            <a:ext cx="457200" cy="457200"/>
          </a:xfrm>
          <a:prstGeom prst="ellipse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267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143000" y="219456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bbref IDs → MLBAM IDs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via pybaseball.playerid_reverse_lookup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3044952"/>
            <a:ext cx="457200" cy="457200"/>
          </a:xfrm>
          <a:prstGeom prst="ellipse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044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143000" y="297180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career HR + PA from MLB Stats API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 50-ID batches; cache to JSON for instant reruns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920" y="3822192"/>
            <a:ext cx="457200" cy="457200"/>
          </a:xfrm>
          <a:prstGeom prst="ellipse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822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143000" y="374904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Inner-join OOTP labels to stats; filter PA ≥ 500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441 hitters survive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02920" y="4599432"/>
            <a:ext cx="457200" cy="457200"/>
          </a:xfrm>
          <a:prstGeom prst="ellipse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4599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43000" y="452628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features: hr_per_600, bats_L, bats_S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write data/training_data.csv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0" y="1417320"/>
            <a:ext cx="5333695" cy="4937760"/>
          </a:xfrm>
          <a:prstGeom prst="rect">
            <a:avLst/>
          </a:prstGeom>
          <a:solidFill>
            <a:srgbClr val="F9FAFB"/>
          </a:solidFill>
          <a:ln w="19050">
            <a:solidFill>
              <a:srgbClr val="64748B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6400800" y="1645920"/>
            <a:ext cx="5333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SNIPPET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83680" y="2194560"/>
            <a:ext cx="49679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 Drop a screenshot here ]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949440" y="2834640"/>
            <a:ext cx="4236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5120" y="3017520"/>
            <a:ext cx="47850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from 01_load_and_join.ipynb: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675120" y="3474720"/>
            <a:ext cx="478505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MLB Stats API batch-fetch loop</a:t>
            </a:r>
            <a:endParaRPr lang="en-US" sz="12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(inside load_career_via_mlb_api)</a:t>
            </a:r>
            <a:endParaRPr lang="en-US" sz="1200" dirty="0"/>
          </a:p>
          <a:p>
            <a:pPr algn="ctr" indent="0" marL="0">
              <a:spcAft>
                <a:spcPts val="400"/>
              </a:spcAft>
              <a:buNone/>
            </a:pPr>
            <a:endParaRPr lang="en-US" sz="12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showing the requests.get call and</a:t>
            </a:r>
            <a:endParaRPr lang="en-US" sz="12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homeRuns / plateAppearances</a:t>
            </a:r>
            <a:endParaRPr lang="en-US" sz="12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from the JSON response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 · NOTEBOOK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3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 and validate the POW model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490472"/>
            <a:ext cx="457200" cy="457200"/>
          </a:xfrm>
          <a:prstGeom prst="ellipse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143000" y="141732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training_data.csv (441 rows)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2267712"/>
            <a:ext cx="457200" cy="457200"/>
          </a:xfrm>
          <a:prstGeom prst="ellipse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267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143000" y="219456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/ 20 random split with random_state = 42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352 train · 89 test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3044952"/>
            <a:ext cx="457200" cy="457200"/>
          </a:xfrm>
          <a:prstGeom prst="ellipse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044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143000" y="297180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linear regression on hr_per_600 + bats_L + bats_S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920" y="3822192"/>
            <a:ext cx="457200" cy="457200"/>
          </a:xfrm>
          <a:prstGeom prst="ellipse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822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143000" y="374904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polynomial degree-2 (sanity check for ceiling effects)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02920" y="4599432"/>
            <a:ext cx="457200" cy="457200"/>
          </a:xfrm>
          <a:prstGeom prst="ellipse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4599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43000" y="452628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on the 89-player holdout: MAE, R², max error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02920" y="5376672"/>
            <a:ext cx="457200" cy="457200"/>
          </a:xfrm>
          <a:prstGeom prst="ellipse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5376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143000" y="530352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scatter, residuals, predicted-vs-actual + metrics.json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00800" y="1417320"/>
            <a:ext cx="5333695" cy="4937760"/>
          </a:xfrm>
          <a:prstGeom prst="rect">
            <a:avLst/>
          </a:prstGeom>
          <a:solidFill>
            <a:srgbClr val="F9FAFB"/>
          </a:solidFill>
          <a:ln w="19050">
            <a:solidFill>
              <a:srgbClr val="64748B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6400800" y="1645920"/>
            <a:ext cx="5333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SNIPPET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83680" y="2194560"/>
            <a:ext cx="49679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 Drop a screenshot here ]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949440" y="2834640"/>
            <a:ext cx="4236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75120" y="3017520"/>
            <a:ext cx="47850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from 02_train_pow_model.ipynb: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675120" y="3474720"/>
            <a:ext cx="478505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train + evaluate block —</a:t>
            </a:r>
            <a:endParaRPr lang="en-US" sz="12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LinearRegression().fit(X_train, y_train)</a:t>
            </a:r>
            <a:endParaRPr lang="en-US" sz="12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mean_absolute_error / r2_score on the</a:t>
            </a:r>
            <a:endParaRPr lang="en-US" sz="12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holdout split.</a:t>
            </a:r>
            <a:endParaRPr lang="en-US" sz="1200" dirty="0"/>
          </a:p>
          <a:p>
            <a:pPr algn="ctr" indent="0" marL="0">
              <a:spcAft>
                <a:spcPts val="400"/>
              </a:spcAft>
              <a:buNone/>
            </a:pPr>
            <a:endParaRPr lang="en-US" sz="12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include the polynomial pipeline</a:t>
            </a:r>
            <a:endParaRPr lang="en-US" sz="12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(make_pipeline + PolynomialFeatures)</a:t>
            </a:r>
            <a:endParaRPr lang="en-US" sz="12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there's room.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1 · VALIDATION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3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Both targets met — single feature, ~70% R²</a:t>
            </a:r>
            <a:endParaRPr lang="en-US" sz="3200" dirty="0"/>
          </a:p>
        </p:txBody>
      </p:sp>
      <p:pic>
        <p:nvPicPr>
          <p:cNvPr id="4" name="Image 0" descr="/sessions/stoic-fervent-pasteur/mnt/baseball-research/experiment1/outputs/hr_rate_vs_pow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371600"/>
            <a:ext cx="6858000" cy="4572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80960" y="1554480"/>
            <a:ext cx="4023360" cy="4937760"/>
          </a:xfrm>
          <a:prstGeom prst="rect">
            <a:avLst/>
          </a:prstGeom>
          <a:solidFill>
            <a:srgbClr val="F9FA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680960" y="1554480"/>
            <a:ext cx="73152" cy="4937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909560" y="1691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 (n = 89)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909560" y="21945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784080" y="219456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698480" y="219456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909560" y="2560320"/>
            <a:ext cx="35661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909560" y="26974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Linear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9784080" y="269748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0698480" y="269748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0.697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909560" y="31546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Polynomial deg-2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9784080" y="315468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5.14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0698480" y="315468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0.704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7909560" y="3931920"/>
            <a:ext cx="1714500" cy="594360"/>
          </a:xfrm>
          <a:prstGeom prst="roundRect">
            <a:avLst>
              <a:gd name="adj" fmla="val 7692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909560" y="3931920"/>
            <a:ext cx="17145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· MAE &lt; 6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9761220" y="3931920"/>
            <a:ext cx="1714500" cy="594360"/>
          </a:xfrm>
          <a:prstGeom prst="roundRect">
            <a:avLst>
              <a:gd name="adj" fmla="val 7692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761220" y="3931920"/>
            <a:ext cx="17145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· R² &gt; 0.6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7909560" y="48006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Judge:  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actual 80, predicted </a:t>
            </a:r>
            <a:pPr indent="0" marL="0">
              <a:buNone/>
            </a:pPr>
            <a:r>
              <a:rPr lang="en-US" sz="1400" b="1" dirty="0">
                <a:solidFill>
                  <a:srgbClr val="F4B4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83.6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7909560" y="52120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 HR/600 →  </a:t>
            </a:r>
            <a:pPr indent="0" marL="0">
              <a:buNone/>
            </a:pPr>
            <a:r>
              <a:rPr lang="en-US" sz="1400" b="1" i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+1.4 POW points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 · NOTEBOOK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3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Apply the model to era-adjusted history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490472"/>
            <a:ext cx="457200" cy="457200"/>
          </a:xfrm>
          <a:prstGeom prst="ellipse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143000" y="141732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extract_era_adjusted_data.R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fullhouse + Lahman → era_adjusted_batters.csv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2267712"/>
            <a:ext cx="457200" cy="457200"/>
          </a:xfrm>
          <a:prstGeom prst="ellipse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267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143000" y="219456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CSV (9,637 batters, era-adjusted career stats)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3044952"/>
            <a:ext cx="457200" cy="457200"/>
          </a:xfrm>
          <a:prstGeom prst="ellipse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044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143000" y="297180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handedness: Lahman "B" → "S"; missing → "R"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920" y="3822192"/>
            <a:ext cx="457200" cy="457200"/>
          </a:xfrm>
          <a:prstGeom prst="ellipse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822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143000" y="374904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feature engineering (hr_per_600, bats_L, bats_S)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filter PA ≥ 500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02920" y="4599432"/>
            <a:ext cx="457200" cy="457200"/>
          </a:xfrm>
          <a:prstGeom prst="ellipse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4599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43000" y="452628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Re-fit POW on the full training set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(no holdout — every drop of signal helps)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02920" y="5376672"/>
            <a:ext cx="457200" cy="457200"/>
          </a:xfrm>
          <a:prstGeom prst="ellipse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5376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143000" y="530352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for every historical batter; clamp to [20, 80]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02920" y="6153912"/>
            <a:ext cx="457200" cy="457200"/>
          </a:xfrm>
          <a:prstGeom prst="ellipse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6153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143000" y="608076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data/historical_pow_predictions.csv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400800" y="1417320"/>
            <a:ext cx="5333695" cy="4937760"/>
          </a:xfrm>
          <a:prstGeom prst="rect">
            <a:avLst/>
          </a:prstGeom>
          <a:solidFill>
            <a:srgbClr val="F9FAFB"/>
          </a:solidFill>
          <a:ln w="19050">
            <a:solidFill>
              <a:srgbClr val="64748B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6400800" y="1645920"/>
            <a:ext cx="5333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SNIPPET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583680" y="2194560"/>
            <a:ext cx="49679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 Drop a screenshot here ]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6949440" y="2834640"/>
            <a:ext cx="4236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75120" y="3017520"/>
            <a:ext cx="47850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from 03_predict_historical.ipynb: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675120" y="3474720"/>
            <a:ext cx="478505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predict-and-clamp block —</a:t>
            </a:r>
            <a:endParaRPr lang="en-US" sz="12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linear.predict(X_hist) followed by</a:t>
            </a:r>
            <a:endParaRPr lang="en-US" sz="12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.clip(20, 80).round().astype(int)</a:t>
            </a:r>
            <a:endParaRPr lang="en-US" sz="1200" dirty="0"/>
          </a:p>
          <a:p>
            <a:pPr algn="ctr" indent="0" marL="0">
              <a:spcAft>
                <a:spcPts val="400"/>
              </a:spcAft>
              <a:buNone/>
            </a:pPr>
            <a:endParaRPr lang="en-US" sz="12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include the re-fit step</a:t>
            </a:r>
            <a:endParaRPr lang="en-US" sz="12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(LinearRegression().fit(X_train, y_train)</a:t>
            </a:r>
            <a:endParaRPr lang="en-US" sz="12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full training set) so it's clear</a:t>
            </a:r>
            <a:endParaRPr lang="en-US" sz="12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fit-then-apply.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· ERA-ADJUSTED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3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batter in MLB history — one rating each</a:t>
            </a:r>
            <a:endParaRPr lang="en-US" sz="3200" dirty="0"/>
          </a:p>
        </p:txBody>
      </p:sp>
      <p:pic>
        <p:nvPicPr>
          <p:cNvPr id="4" name="Image 0" descr="/sessions/stoic-fervent-pasteur/mnt/baseball-research/experiment1/outputs/era_adjusted_top20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371600"/>
            <a:ext cx="7315200" cy="4937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863840" y="141732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9,637</a:t>
            </a:r>
            <a:endParaRPr lang="en-US" sz="7200" dirty="0"/>
          </a:p>
        </p:txBody>
      </p:sp>
      <p:sp>
        <p:nvSpPr>
          <p:cNvPr id="6" name="Text 3"/>
          <p:cNvSpPr/>
          <p:nvPr/>
        </p:nvSpPr>
        <p:spPr>
          <a:xfrm>
            <a:off x="7863840" y="237744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batters → 9,637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OOTP-ready POW ratings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7863840" y="3246120"/>
            <a:ext cx="3840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863840" y="33375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863840" y="361188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fullhouse R package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 R script joins handedness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 notebook re-fits POW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 predictions CSV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863840" y="5257800"/>
            <a:ext cx="384048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046720" y="525780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Era adjustment puts 1921 and 2024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the same scale.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next.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777240" cy="777240"/>
          </a:xfrm>
          <a:prstGeom prst="ellipse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916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691640" y="1463040"/>
            <a:ext cx="99971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Sharpen POW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91640" y="1965960"/>
            <a:ext cx="99971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ISO (slugging − batting avg) — fixes bottom-of-scale errors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POW vs. L and POW vs. R separately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017520"/>
            <a:ext cx="777240" cy="777240"/>
          </a:xfrm>
          <a:prstGeom prst="ellipse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0175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1691640" y="2788920"/>
            <a:ext cx="99971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Replicate the template for every other rating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691640" y="3291840"/>
            <a:ext cx="99971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← BA, K%      ·      EYE ← BB%, chase rate      ·      SPE ← SB%, sprint speed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FLD, ARM ← DRS, OAA, throw velocity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Pitcher ratings (STU, MOV, CTL, STA) ← K/9, velocity, BB/9, IP/start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343400"/>
            <a:ext cx="777240" cy="777240"/>
          </a:xfrm>
          <a:prstGeom prst="ellipse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343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1691640" y="4114800"/>
            <a:ext cx="99971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the league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691640" y="4617720"/>
            <a:ext cx="99971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Stitch all rating predictions → OOTP roster CSV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into a custom league → draft → simulate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5989320"/>
            <a:ext cx="11277295" cy="548640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5989320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Proof of concept works end-to-end. The rest is repetition.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All-Time Fantasy Baseball</dc:title>
  <dc:subject>PptxGenJS Presentation</dc:subject>
  <dc:creator>Tim</dc:creator>
  <cp:lastModifiedBy>Tim</cp:lastModifiedBy>
  <cp:revision>1</cp:revision>
  <dcterms:created xsi:type="dcterms:W3CDTF">2026-05-02T23:52:41Z</dcterms:created>
  <dcterms:modified xsi:type="dcterms:W3CDTF">2026-05-02T23:52:41Z</dcterms:modified>
</cp:coreProperties>
</file>